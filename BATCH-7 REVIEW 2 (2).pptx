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6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199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B391-9B86-5019-0C9D-ABA09C87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6B6DD-3FCE-EE53-2DC2-FA3818AC0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BA7CD-6855-4D77-B1B5-907E3350C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C2EDD-8C42-4387-4264-6303910B0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719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320" y="0"/>
            <a:ext cx="9144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Software Bug Tracking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Defect Management System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-1585913" y="2807494"/>
            <a:ext cx="6400800" cy="1581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</a:rPr>
              <a:t>Team Members:</a:t>
            </a:r>
          </a:p>
          <a:p>
            <a:pPr marL="0" indent="0" algn="ctr">
              <a:buNone/>
            </a:pPr>
            <a:endParaRPr lang="en-US" sz="1400" b="1" dirty="0">
              <a:solidFill>
                <a:srgbClr val="333333"/>
              </a:solidFill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</a:rPr>
              <a:t>B SIDHARTH REDDY 2420030600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</a:rPr>
              <a:t>T DEVI PRASAD         2420030165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</a:rPr>
              <a:t>M SAI VINESH            2420030691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KL University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Department of Computer Science and Engineering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5486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0E2"/>
                </a:solidFill>
              </a:rPr>
              <a:t>Project Review Meeting – 2</a:t>
            </a:r>
            <a:endParaRPr 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E4922-99C8-8DAE-9B0B-E61B8732A423}"/>
              </a:ext>
            </a:extLst>
          </p:cNvPr>
          <p:cNvSpPr txBox="1"/>
          <p:nvPr/>
        </p:nvSpPr>
        <p:spPr>
          <a:xfrm>
            <a:off x="5346423" y="3059698"/>
            <a:ext cx="34790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Name of the Guide:</a:t>
            </a:r>
          </a:p>
          <a:p>
            <a:pPr algn="ctr"/>
            <a:r>
              <a:rPr lang="en-US" sz="1400" b="1" dirty="0">
                <a:solidFill>
                  <a:srgbClr val="333333"/>
                </a:solidFill>
              </a:rPr>
              <a:t>DR NEELIMA GOGINENI</a:t>
            </a:r>
          </a:p>
          <a:p>
            <a:pPr algn="ctr"/>
            <a:endParaRPr lang="en-US" b="1" dirty="0">
              <a:solidFill>
                <a:srgbClr val="333333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5720"/>
            <a:ext cx="91440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Design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84048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2"/>
                </a:solidFill>
              </a:rPr>
              <a:t>Project Purpose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08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Develop an intelligent bug tracking system using AI to automatically classify, prioritize, and suggest resolutions for software defects.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846320" y="1097280"/>
            <a:ext cx="384048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2"/>
                </a:solidFill>
              </a:rPr>
              <a:t>Proposed System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1508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Microservices-based architecture with AI engine, bug management service, and real-time notification system.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2"/>
                </a:solidFill>
              </a:rPr>
              <a:t>Main Components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017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API Gateway &amp; Authentication Service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337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User Management &amp; Bug Service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AI Analysis &amp; Classification Engine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977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Real-time Event Processing with Kafka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297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PostgreSQL Data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91440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1097280"/>
            <a:ext cx="1828800" cy="457200"/>
          </a:xfrm>
          <a:prstGeom prst="roundRect">
            <a:avLst/>
          </a:prstGeom>
          <a:solidFill>
            <a:srgbClr val="4A90E2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20040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0" y="1828800"/>
            <a:ext cx="1828800" cy="457200"/>
          </a:xfrm>
          <a:prstGeom prst="roundRect">
            <a:avLst/>
          </a:prstGeom>
          <a:solidFill>
            <a:srgbClr val="2E5090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2004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Gateway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97280" y="2560320"/>
            <a:ext cx="164592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97280" y="2560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2"/>
                </a:solidFill>
              </a:rPr>
              <a:t>Auth Service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26080" y="2560320"/>
            <a:ext cx="164592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26080" y="2560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2"/>
                </a:solidFill>
              </a:rPr>
              <a:t>User Service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560320"/>
            <a:ext cx="164592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2560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2"/>
                </a:solidFill>
              </a:rPr>
              <a:t>Bug Service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0" y="2560320"/>
            <a:ext cx="164592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0" y="2560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2"/>
                </a:solidFill>
              </a:rPr>
              <a:t>AI Service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4400" y="3246120"/>
            <a:ext cx="210312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246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52"/>
                </a:solidFill>
              </a:rPr>
              <a:t>Eureka (Service Discovery)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91840" y="3246120"/>
            <a:ext cx="210312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3246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52"/>
                </a:solidFill>
              </a:rPr>
              <a:t>Kafka (Event Bus)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69280" y="3246120"/>
            <a:ext cx="210312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0" y="3246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52"/>
                </a:solidFill>
              </a:rPr>
              <a:t>PostgreSQL (Database)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22012FE-787D-B3B5-5DEB-FDEA14558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-363"/>
            <a:ext cx="91440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Adopted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11480" y="1188720"/>
            <a:ext cx="1261872" cy="914400"/>
          </a:xfrm>
          <a:prstGeom prst="roundRect">
            <a:avLst/>
          </a:prstGeom>
          <a:solidFill>
            <a:srgbClr val="4A90E2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4173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Requirement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764792" y="1188720"/>
            <a:ext cx="1261872" cy="914400"/>
          </a:xfrm>
          <a:prstGeom prst="roundRect">
            <a:avLst/>
          </a:prstGeom>
          <a:solidFill>
            <a:srgbClr val="2E5090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64792" y="14173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System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18104" y="1188720"/>
            <a:ext cx="1261872" cy="914400"/>
          </a:xfrm>
          <a:prstGeom prst="roundRect">
            <a:avLst/>
          </a:prstGeom>
          <a:solidFill>
            <a:srgbClr val="4A90E2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118104" y="14173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Microservice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Development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71416" y="1188720"/>
            <a:ext cx="1261872" cy="914400"/>
          </a:xfrm>
          <a:prstGeom prst="roundRect">
            <a:avLst/>
          </a:prstGeom>
          <a:solidFill>
            <a:srgbClr val="2E5090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71416" y="14173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24728" y="1188720"/>
            <a:ext cx="1261872" cy="914400"/>
          </a:xfrm>
          <a:prstGeom prst="roundRect">
            <a:avLst/>
          </a:prstGeom>
          <a:solidFill>
            <a:srgbClr val="4A90E2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24728" y="14173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78040" y="1188720"/>
            <a:ext cx="1261872" cy="914400"/>
          </a:xfrm>
          <a:prstGeom prst="roundRect">
            <a:avLst/>
          </a:prstGeom>
          <a:solidFill>
            <a:srgbClr val="2E5090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78040" y="141732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2"/>
                </a:solidFill>
              </a:rPr>
              <a:t>Each phase emphasizes: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2788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Iterative development with continuous feedback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Security and compliance checks at each stage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429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Automated testing and integration practices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Deployment ready artifacts and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307" y="0"/>
            <a:ext cx="91440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2560320" cy="960120"/>
          </a:xfrm>
          <a:prstGeom prst="rect">
            <a:avLst/>
          </a:prstGeom>
          <a:solidFill>
            <a:srgbClr val="F5F5F5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51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2"/>
                </a:solidFill>
              </a:rPr>
              <a:t>Backend Framework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25880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• Java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463040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• Spring Boot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• Spring Cloud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60220"/>
            <a:ext cx="21031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• Spring Security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560320" cy="960120"/>
          </a:xfrm>
          <a:prstGeom prst="rect">
            <a:avLst/>
          </a:prstGeom>
          <a:solidFill>
            <a:srgbClr val="F5F5F5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051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2"/>
                </a:solidFill>
              </a:rPr>
              <a:t>Microservices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1325880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• API Gateway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1463040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• Eureka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1600200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• REST APIs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1737360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• JWT Auth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26480" y="1005840"/>
            <a:ext cx="2560320" cy="960120"/>
          </a:xfrm>
          <a:prstGeom prst="rect">
            <a:avLst/>
          </a:prstGeom>
          <a:solidFill>
            <a:srgbClr val="F5F5F5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63640" y="1051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2"/>
                </a:solidFill>
              </a:rPr>
              <a:t>Data &amp; Messaging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1325880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• PostgreSQL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1463040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• Kafka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1600200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• JSON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1737360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• Indexing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2"/>
                </a:solidFill>
              </a:rPr>
              <a:t>Key Technical Features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2514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✓ RESTful APIs for synchronous communication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2834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✓ Kafka for asynchronous event processing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3154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✓ JWT-based authentication and Spring Security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3474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✓ Horizontal scaling with independent microservices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3794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✓ Transactional integrity and indexed queries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91440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Soundness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7955280" cy="3474723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Implementation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Modularity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Independent microservices with clear bounded contexts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Security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JWT tokens, Spring Security, role-based access control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Communication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REST for synchronous; Kafka for asynchronous events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Service Discovery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Eureka for dynamic discovery and load balancing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 Management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PostgreSQL with transactional integrity &amp; indexing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Scalability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Horizontal scaling with independent throughput tuning</a:t>
                      </a:r>
                      <a:endParaRPr lang="en-US" sz="1000" dirty="0"/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91440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199" y="1005840"/>
            <a:ext cx="8379619" cy="3673316"/>
          </a:xfrm>
          <a:prstGeom prst="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52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7132320" cy="2693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555555"/>
                </a:solidFill>
              </a:rPr>
              <a:t>The AI-Powered Bug Tracking and Defect Management System demonstrates strong technical soundness by applying microservices and Service-Oriented Architecture (SOA) principles.</a:t>
            </a:r>
            <a:endParaRPr lang="en-US" sz="1600" dirty="0"/>
          </a:p>
          <a:p>
            <a:pPr marL="0" indent="0" algn="l">
              <a:lnSpc>
                <a:spcPts val="1400"/>
              </a:lnSpc>
              <a:buNone/>
            </a:pPr>
            <a:endParaRPr lang="en-US" sz="16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555555"/>
                </a:solidFill>
              </a:rPr>
              <a:t>Key Achievements:</a:t>
            </a:r>
            <a:endParaRPr lang="en-US" sz="16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555555"/>
                </a:solidFill>
              </a:rPr>
              <a:t>• Modular, scalable architecture enabling independent service evolution</a:t>
            </a:r>
            <a:endParaRPr lang="en-US" sz="16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555555"/>
                </a:solidFill>
              </a:rPr>
              <a:t>• Enterprise-grade security with JWT and Spring Security</a:t>
            </a:r>
            <a:endParaRPr lang="en-US" sz="16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555555"/>
                </a:solidFill>
              </a:rPr>
              <a:t>• Event-driven communication supporting real-time processing</a:t>
            </a:r>
            <a:endParaRPr lang="en-US" sz="16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555555"/>
                </a:solidFill>
              </a:rPr>
              <a:t>• Intelligent bug classification and resolution assistance through AI</a:t>
            </a:r>
            <a:endParaRPr lang="en-US" sz="16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555555"/>
                </a:solidFill>
              </a:rPr>
              <a:t>• Production-ready deployment model with automated testing and integration</a:t>
            </a:r>
            <a:endParaRPr lang="en-US" sz="1600" dirty="0"/>
          </a:p>
          <a:p>
            <a:pPr marL="0" indent="0" algn="l">
              <a:lnSpc>
                <a:spcPts val="1400"/>
              </a:lnSpc>
              <a:buNone/>
            </a:pPr>
            <a:endParaRPr lang="en-US" sz="16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555555"/>
                </a:solidFill>
              </a:rPr>
              <a:t>This project exemplifies modern software engineering practices, combining microservices architecture with AI capabilities to deliver an effective defect management solution.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681A9-1D36-99D2-541B-C8290A6F1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B582C7A-05DD-1A26-4CFD-49E0F1D59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0"/>
            <a:ext cx="914400" cy="7315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0913A18-A38B-E662-7A2D-F79533B7DA15}"/>
              </a:ext>
            </a:extLst>
          </p:cNvPr>
          <p:cNvSpPr txBox="1"/>
          <p:nvPr/>
        </p:nvSpPr>
        <p:spPr>
          <a:xfrm>
            <a:off x="2561772" y="234315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66E75A1-06D0-EA9E-6C29-180FB13C6888}"/>
              </a:ext>
            </a:extLst>
          </p:cNvPr>
          <p:cNvSpPr txBox="1"/>
          <p:nvPr/>
        </p:nvSpPr>
        <p:spPr>
          <a:xfrm>
            <a:off x="68580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1E2083A-1C1F-9E72-29F1-515B61288562}"/>
              </a:ext>
            </a:extLst>
          </p:cNvPr>
          <p:cNvSpPr txBox="1"/>
          <p:nvPr/>
        </p:nvSpPr>
        <p:spPr>
          <a:xfrm>
            <a:off x="1103811" y="1600200"/>
            <a:ext cx="7132320" cy="2693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0045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413</Words>
  <Application>Microsoft Office PowerPoint</Application>
  <PresentationFormat>On-screen Show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Devi Prasad</cp:lastModifiedBy>
  <cp:revision>3</cp:revision>
  <dcterms:created xsi:type="dcterms:W3CDTF">2026-09-22T05:12:51Z</dcterms:created>
  <dcterms:modified xsi:type="dcterms:W3CDTF">2026-09-22T06:25:40Z</dcterms:modified>
</cp:coreProperties>
</file>
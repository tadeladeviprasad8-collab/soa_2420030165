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1"/>
  </p:notesMasterIdLst>
  <p:sldIdLst>
    <p:sldId id="262" r:id="rId3"/>
    <p:sldId id="707" r:id="rId4"/>
    <p:sldId id="257" r:id="rId5"/>
    <p:sldId id="904" r:id="rId6"/>
    <p:sldId id="902" r:id="rId7"/>
    <p:sldId id="905" r:id="rId8"/>
    <p:sldId id="259" r:id="rId9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" qsCatId="3D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20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20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20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20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20 August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20 August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20 August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20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20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20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20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20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3516606"/>
              </p:ext>
            </p:extLst>
          </p:nvPr>
        </p:nvGraphicFramePr>
        <p:xfrm>
          <a:off x="8193271" y="4898509"/>
          <a:ext cx="3702050" cy="1066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 Sidharth Reddy 2420030600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 Devi Prasad        2420030165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 Sai Vinesh          2420030691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2302866"/>
              </p:ext>
            </p:extLst>
          </p:nvPr>
        </p:nvGraphicFramePr>
        <p:xfrm>
          <a:off x="-795813" y="4774125"/>
          <a:ext cx="5902325" cy="1427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Dr.</a:t>
                      </a:r>
                      <a:r>
                        <a:rPr lang="en-IN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N" sz="1400" b="1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NEELIMA GOGINENI</a:t>
                      </a:r>
                      <a:endParaRPr lang="en-US" sz="1400" b="1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IN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Assistant</a:t>
                      </a: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 Professor,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b="1" dirty="0"/>
              <a:t>Date:17-08-2026</a:t>
            </a:r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SOA Project Review-1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738187" y="810857"/>
            <a:ext cx="107156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Software Bug Tracking and Defect Management System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SOA Project Review-1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FAE64B-DFA9-4528-D74E-DAEA88C00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222DE7-17C6-1B7E-71C0-2347B0AA2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Project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Publications Details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Focus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1028B6B-B72C-D7D3-D90D-FDE2CAB573A8}"/>
              </a:ext>
            </a:extLst>
          </p:cNvPr>
          <p:cNvSpPr txBox="1"/>
          <p:nvPr/>
        </p:nvSpPr>
        <p:spPr>
          <a:xfrm>
            <a:off x="1028220" y="1275760"/>
            <a:ext cx="1042636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development teams often face difficulties in efficiently managing a large number of reported defects. Manual bug classification, prioritization, assignment, and duplicate detection can consume significant time and may result in inconsistent decisions.</a:t>
            </a:r>
          </a:p>
          <a:p>
            <a:pPr algn="just"/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defect tracking systems primarily focus on recording and monitoring bugs, while intelligent analysis and automated classification may be limited.</a:t>
            </a:r>
          </a:p>
          <a:p>
            <a:pPr algn="just"/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there is a need for a secure, scalable, and AI-assisted defect management system that can automate important aspects of bug analysis while following modern SOA and microservices principles.</a:t>
            </a: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F1EC1-74D1-26E3-AE74-AF9193F66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EE70643-C6CD-C2FA-D64A-281FF31AEF33}"/>
              </a:ext>
            </a:extLst>
          </p:cNvPr>
          <p:cNvSpPr txBox="1"/>
          <p:nvPr/>
        </p:nvSpPr>
        <p:spPr>
          <a:xfrm>
            <a:off x="2861188" y="43307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E9CBFE-29F1-63FD-DCC0-DC1FA95709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BCD5B2E-DC64-CCB7-67BA-6100F925C9CD}"/>
              </a:ext>
            </a:extLst>
          </p:cNvPr>
          <p:cNvSpPr txBox="1"/>
          <p:nvPr/>
        </p:nvSpPr>
        <p:spPr>
          <a:xfrm>
            <a:off x="1028220" y="1275760"/>
            <a:ext cx="1042636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develop an AI-powered software bug tracking and defect management system.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a microservices-based architecture for modularity, scalability, and independent service management.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secure authentication and authorization using Spring Security and JWT.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AI-assisted bug analysis for severity, priority, category classification, and duplicate-bug identification.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integrate service discovery, API Gateway, and event-driven communication using Spring Cloud Eureka, Spring Cloud Gateway, and Apache Kafka.</a:t>
            </a:r>
          </a:p>
        </p:txBody>
      </p:sp>
    </p:spTree>
    <p:extLst>
      <p:ext uri="{BB962C8B-B14F-4D97-AF65-F5344CB8AC3E}">
        <p14:creationId xmlns:p14="http://schemas.microsoft.com/office/powerpoint/2010/main" val="31615346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54067625"/>
              </p:ext>
            </p:extLst>
          </p:nvPr>
        </p:nvGraphicFramePr>
        <p:xfrm>
          <a:off x="274646" y="689466"/>
          <a:ext cx="11642705" cy="4639054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5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879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Title of the Paper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Methodology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Inferences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Limitation/Future work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193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Patil &amp; Jadon (2022)</a:t>
                      </a:r>
                      <a:endParaRPr lang="en-IN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Auto-labelling of Bug Report using NLP</a:t>
                      </a:r>
                      <a:endParaRPr lang="en-IN" sz="1400" b="1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NLP, data transformation, deep neural network and ML techniques</a:t>
                      </a:r>
                      <a:endParaRPr lang="en-US" sz="14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Demonstrates the feasibility of automated similar-bug retrieval; reported 70% Recall@5</a:t>
                      </a:r>
                      <a:endParaRPr lang="en-US" sz="14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Further improvement in retrieval/ranking and integration with broader defect-management workflows</a:t>
                      </a:r>
                      <a:endParaRPr lang="en-US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4155954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Söylemez et al. (2022)</a:t>
                      </a:r>
                      <a:endParaRPr lang="en-IN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Challenges and Solution Directions of Microservice Architectures</a:t>
                      </a:r>
                      <a:endParaRPr lang="en-IN" sz="1400" b="1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Systematic literature review</a:t>
                      </a:r>
                      <a:endParaRPr lang="en-US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Identifies major architectural, communication, data, deployment and testing challenges</a:t>
                      </a:r>
                      <a:endParaRPr lang="en-US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appropriate architectural and operational solutions</a:t>
                      </a:r>
                      <a:endParaRPr lang="en-US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426370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 err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Billawa</a:t>
                      </a:r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 al. (2022)</a:t>
                      </a:r>
                      <a:endParaRPr lang="en-IN" sz="1400" b="1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Security of Microservice Applications</a:t>
                      </a:r>
                      <a:endParaRPr lang="en-IN" sz="1400" b="1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Systematic study of practitioner literature</a:t>
                      </a:r>
                      <a:endParaRPr lang="en-US" sz="1400" b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Microservices introduce distributed security challenges requiring specialized practices</a:t>
                      </a:r>
                      <a:endParaRPr lang="en-US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Continued development and validation of practical security solutions</a:t>
                      </a:r>
                      <a:endParaRPr lang="en-US" sz="1400" b="1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57501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0FDE360-66C4-26CA-5DB9-8E99C2685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F095753-622E-2BA7-9495-60F9B6E57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B8DFE-41BC-2EA7-F8C9-912DD0381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D475511-6B0A-A5BB-C58B-C0A503A07F18}"/>
              </a:ext>
            </a:extLst>
          </p:cNvPr>
          <p:cNvSpPr txBox="1"/>
          <p:nvPr/>
        </p:nvSpPr>
        <p:spPr>
          <a:xfrm>
            <a:off x="2861188" y="43307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Problem Gap Identification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51749F2-F2BE-E8F8-803F-E5E5174960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3293496-7A2D-C47B-798C-F488FF2FCB8D}"/>
              </a:ext>
            </a:extLst>
          </p:cNvPr>
          <p:cNvSpPr txBox="1"/>
          <p:nvPr/>
        </p:nvSpPr>
        <p:spPr>
          <a:xfrm>
            <a:off x="1028220" y="1275760"/>
            <a:ext cx="10426360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the existing approaches considered for software defect management, the following gaps are identified:</a:t>
            </a:r>
          </a:p>
          <a:p>
            <a:pPr algn="just"/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Conventional defect tracking systems primarily focus on recording, assigning, and monitoring defects.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severity and priority assignment can introduce inconsistency and additional effort.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 defect identification may require significant manual analysis when large numbers of reports are generated.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defect analysis is not always integrated with a complete microservices-based defect management architecture.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Security, service discovery, scalability, and automated testing need to be considered together in a distributed defect management system.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an opportunity to integrate AI-assisted defect analysis with secure and scalable microservices architecture.</a:t>
            </a:r>
          </a:p>
        </p:txBody>
      </p:sp>
    </p:spTree>
    <p:extLst>
      <p:ext uri="{BB962C8B-B14F-4D97-AF65-F5344CB8AC3E}">
        <p14:creationId xmlns:p14="http://schemas.microsoft.com/office/powerpoint/2010/main" val="15667422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Innovation, Creativity, and Novelty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2D68D14-B912-1056-2D1F-C02B49DAA6D7}"/>
              </a:ext>
            </a:extLst>
          </p:cNvPr>
          <p:cNvSpPr txBox="1"/>
          <p:nvPr/>
        </p:nvSpPr>
        <p:spPr>
          <a:xfrm>
            <a:off x="481782" y="1453587"/>
            <a:ext cx="10884308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combines AI-assisted defect analysis with modern microservices architecture to provide an intelligent and scalable approach to software defect management.</a:t>
            </a:r>
          </a:p>
          <a:p>
            <a:pPr algn="just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Novelty</a:t>
            </a:r>
          </a:p>
          <a:p>
            <a:pPr algn="just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AI-assisted prediction of bug severity and priority.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AI-assisted bug category classification.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Potential duplicate-bug identification using textual similarity.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AI processing with a microservices-based defect management platform.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access using JWT and role-based authorization.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Event-driven communication using Kafka.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Independent service databases for improved service autonomy.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 discovery and dynamic routing using Eureka and Spring Cloud Gateway. </a:t>
            </a:r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2615380" y="551058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Feasibility and Project Plan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0303AA-CEE8-2513-1736-59CB3A5EF8E4}"/>
              </a:ext>
            </a:extLst>
          </p:cNvPr>
          <p:cNvSpPr txBox="1"/>
          <p:nvPr/>
        </p:nvSpPr>
        <p:spPr>
          <a:xfrm>
            <a:off x="1381398" y="1743891"/>
            <a:ext cx="10116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TIMELINE CHART FOR EACH PHASE OF YOUR PROJECT SHOULD BE THERE AFTER EXPLANATION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65DD35A-80EE-1797-744E-0BBAEC1D9A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-9909"/>
            <a:ext cx="12174434" cy="6867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613</Words>
  <Application>Microsoft Office PowerPoint</Application>
  <PresentationFormat>Widescreen</PresentationFormat>
  <Paragraphs>97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Devi Prasad</cp:lastModifiedBy>
  <cp:revision>35</cp:revision>
  <dcterms:created xsi:type="dcterms:W3CDTF">2026-08-08T06:33:56Z</dcterms:created>
  <dcterms:modified xsi:type="dcterms:W3CDTF">2026-08-20T03:12:55Z</dcterms:modified>
</cp:coreProperties>
</file>